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svg" ContentType="image/svg+xml"/>
  <Default Extension="webp" ContentType="image/webp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dMasterIdLst>
    <p:sldMasterId id="2147483648" r:id="rId5"/>
  </p:sldMasterIdLst>
  <p:sldIdLst>
    <p:sldId id="256" r:id="rId6"/>
  </p:sldIdLst>
  <p:sldSz cx="10080625" cy="5670550"/>
  <p:notesSz cx="7559675" cy="10692130"/>
  <p:defaultText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1pPr>
    <a:lvl2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2pPr>
    <a:lvl3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3pPr>
    <a:lvl4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4pPr>
    <a:lvl5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5pPr>
    <a:lvl6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6pPr>
    <a:lvl7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7pPr>
    <a:lvl8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8pPr>
    <a:lvl9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800" b="0" i="0" u="none" strike="noStrike" kern="1" cap="none" spc="0" baseline="0">
        <a:solidFill>
          <a:schemeClr val="tx1"/>
        </a:solidFill>
        <a:effectLst/>
        <a:latin typeface="Arial" pitchFamily="2" charset="0"/>
        <a:ea typeface="DejaVu Sans" pitchFamily="1" charset="0"/>
        <a:cs typeface="DejaVu Sans" pitchFamily="1" charset="0"/>
      </a:defRPr>
    </a:lvl9pPr>
  </p:defaultTextStyle>
</p:presentation>
</file>

<file path=ppt/presProps.xml><?xml version="1.0" encoding="utf-8"?>
<p:presentation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xmlns="smNativeData" dt="1765039785" val="1228" rev64="64" revOS="3"/>
      <pr:smFileRevision xmlns:pr="smNativeData" xmlns="smNativeData" dt="1765039785" val="101"/>
      <pr:guideOptions xmlns:pr="smNativeData" xmlns="smNativeData" dt="1765039785" snapToGrid="1" snapToBorders="1" snapToGuides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slideViewPr>
    <p:cSldViewPr snapToObjects="1" showGuides="1">
      <p:cViewPr varScale="1">
        <p:scale>
          <a:sx n="98" d="100"/>
          <a:sy n="98" d="100"/>
        </p:scale>
        <p:origin x="315" y="364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21" d="100"/>
        <a:sy n="21" d="100"/>
      </p:scale>
      <p:origin x="0" y="0"/>
    </p:cViewPr>
  </p:sorterViewPr>
  <p:notesViewPr>
    <p:cSldViewPr snapToObjects="1" showGuides="1">
      <p:cViewPr>
        <p:scale>
          <a:sx n="98" d="100"/>
          <a:sy n="98" d="100"/>
        </p:scale>
        <p:origin x="315" y="364"/>
      </p:cViewPr>
    </p:cSldViewPr>
  </p:notesViewPr>
  <p:gridSpacing cx="73477120" cy="7347712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/Relationship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type="title" preserve="1">
  <p:cSld name="Default">
    <p:bg>
      <p:bgPr>
        <a:gradFill flip="none" rotWithShape="0">
          <a:gsLst>
            <a:gs pos="0">
              <a:srgbClr val="8BD3FA"/>
            </a:gs>
            <a:gs pos="100000">
              <a:srgbClr val="ADE787"/>
            </a:gs>
          </a:gsLst>
          <a:lin ang="54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4"/>
          <p:cNvSpPr>
            <a:spLocks noGrp="1" noChangeArrowheads="1"/>
            <a:extLst>
              <a:ext uri="smNativeData">
                <pr:smNativeData xmlns:pr="smNativeData" xmlns="smNativeData" val="SMDATA_15_qV40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AAAAA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diwAAMYfAADoOgAALSIAABAAAAAmAAAACAAAAAAAAAAAAAAA"/>
              </a:ext>
            </a:extLst>
          </p:cNvSpPr>
          <p:nvPr>
            <p:ph type="sldNum" idx="12"/>
          </p:nvPr>
        </p:nvSpPr>
        <p:spPr/>
        <p:txBody>
          <a:bodyPr/>
          <a:lstStyle/>
          <a:p>
            <a:pPr>
              <a:defRPr lang="en-gb"/>
            </a:pPr>
            <a:fld id="{43E27603-4DAE-B780-E05A-BBD5381416EE}" type="slidenum">
              <a:t/>
            </a:fld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>
  <p:cSld>
    <p:bg>
      <p:bgPr>
        <a:solidFill>
          <a:srgbClr val="F1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5"/>
          <p:cNvSpPr>
            <a:spLocks noGrp="1" noChangeArrowheads="1"/>
            <a:extLst>
              <a:ext uri="smNativeData">
                <pr:smNativeData xmlns:pr="smNativeData" xmlns="smNativeData" val="SMDATA_15_qV40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diwAAMYfAADoOgAALSIAABAAAAAmAAAACAAAAL+fAAD/HwAA"/>
              </a:ext>
            </a:extLst>
          </p:cNvSpPr>
          <p:nvPr>
            <p:ph type="sldNum" idx="4"/>
          </p:nvPr>
        </p:nvSpPr>
        <p:spPr>
          <a:xfrm>
            <a:off x="7227570" y="5165090"/>
            <a:ext cx="2348230" cy="390525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>
            <a:lvl1pPr indent="0" algn="r">
              <a:buNone/>
              <a:defRPr lang="en-gb" sz="1400" b="0" u="none" strike="noStrike" cap="none">
                <a:solidFill>
                  <a:srgbClr val="000000"/>
                </a:solidFill>
                <a:effectLst/>
                <a:latin typeface="Times New Roman" pitchFamily="1" charset="0"/>
                <a:ea typeface="Basic Roman" pitchFamily="1" charset="0"/>
                <a:cs typeface="Basic Roman" pitchFamily="1" charset="0"/>
              </a:defRPr>
            </a:lvl1pPr>
          </a:lstStyle>
          <a:p>
            <a:pPr indent="0" algn="r">
              <a:buNone/>
              <a:defRPr lang="en-gb"/>
            </a:pPr>
            <a:fld id="{5F2BE984-CAB2-7E1F-FC93-3C4AA7DD0A69}" type="slidenum">
              <a:t/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hdr="0" ftr="0" dt="0"/>
  <p:txStyles>
    <p:titleStyle>
      <a:lvl1pPr marL="0" marR="0" indent="0" algn="ctr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4400" b="0" i="0" u="none" strike="noStrike" kern="1" cap="none" spc="0" baseline="0">
          <a:solidFill>
            <a:schemeClr val="tx2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2pPr>
      <a:lvl3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3pPr>
      <a:lvl4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4pPr>
      <a:lvl5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5pPr>
      <a:lvl6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6pPr>
      <a:lvl7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7pPr>
      <a:lvl8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8pPr>
      <a:lvl9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Arial" pitchFamily="2" charset="0"/>
          <a:ea typeface="DejaVu Sans" pitchFamily="1" charset="0"/>
          <a:cs typeface="DejaVu Sans" pitchFamily="1" charset="0"/>
        </a:defRPr>
      </a:lvl9pPr>
    </p:titleStyle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32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4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–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»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5146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9718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429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886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Char char="•"/>
        <a:tabLst/>
        <a:defRPr sz="20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bodyStyle>
    <p:otherStyle>
      <a:lvl1pPr marL="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1pPr>
      <a:lvl2pPr marL="457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2pPr>
      <a:lvl3pPr marL="914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3pPr>
      <a:lvl4pPr marL="1371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4pPr>
      <a:lvl5pPr marL="18288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5pPr>
      <a:lvl6pPr marL="22860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6pPr>
      <a:lvl7pPr marL="27432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7pPr>
      <a:lvl8pPr marL="32004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8pPr>
      <a:lvl9pPr marL="3657600" marR="0" indent="0" algn="l" defTabSz="914400">
        <a:lnSpc>
          <a:spcPct val="100000"/>
        </a:lnSpc>
        <a:spcBef>
          <a:spcPts val="0"/>
        </a:spcBef>
        <a:spcAft>
          <a:spcPts val="0"/>
        </a:spcAft>
        <a:buNone/>
        <a:tabLst/>
        <a:defRPr sz="1800" b="0" i="0" u="none" strike="noStrike" kern="1" cap="none" spc="0" baseline="0">
          <a:solidFill>
            <a:schemeClr val="tx1"/>
          </a:solidFill>
          <a:effectLst/>
          <a:latin typeface="Basic Sans" pitchFamily="1" charset="0"/>
          <a:ea typeface="Basic Roman" pitchFamily="1" charset="0"/>
          <a:cs typeface="Basic Roman" pitchFamily="1" charset="0"/>
        </a:defRPr>
      </a:lvl9pPr>
    </p:other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mc="http://schemas.openxmlformats.org/markup-compatibility/2006" xmlns:p14="http://schemas.microsoft.com/office/powerpoint/2010/main" xmlns:p15="http://schemas.microsoft.com/office/powerpoint/2012/main" xmlns:r="http://schemas.openxmlformats.org/officeDocument/2006/relationships" xmlns:a="http://schemas.openxmlformats.org/drawingml/2006/main" mc:Ignorable="p14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 noChangeArrowheads="1"/>
            <a:extLst>
              <a:ext uri="smNativeData">
                <pr:smNativeData xmlns:pr="smNativeData" xmlns="smNativeData" val="SMDATA_15_qV40aRMAAAAlAAAAZAAAAA0AAAAAAAAAAAAAAAAAAAAAAAAAAAAAAAAB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pwQAANYKAABcOQAAUBIAABAAAAAmAAAACAAAAL2QAAD/HwAA"/>
              </a:ext>
            </a:extLst>
          </p:cNvSpPr>
          <p:nvPr>
            <p:ph type="title"/>
          </p:nvPr>
        </p:nvSpPr>
        <p:spPr>
          <a:xfrm>
            <a:off x="756285" y="1761490"/>
            <a:ext cx="8568055" cy="1215390"/>
          </a:xfrm>
          <a:noFill/>
          <a:ln>
            <a:noFill/>
          </a:ln>
        </p:spPr>
        <p:txBody>
          <a:bodyPr vert="horz" wrap="square" lIns="0" tIns="0" rIns="0" bIns="0" numCol="1" spcCol="215900" anchor="ctr">
            <a:prstTxWarp prst="textNoShape">
              <a:avLst/>
            </a:prstTxWarp>
          </a:bodyPr>
          <a:lstStyle/>
          <a:p>
            <a:pPr indent="0" algn="ctr">
              <a:buNone/>
            </a:pPr>
          </a:p>
        </p:txBody>
      </p:sp>
      <p:sp>
        <p:nvSpPr>
          <p:cNvPr id="3" name="PlaceHolder 2"/>
          <p:cNvSpPr>
            <a:spLocks noGrp="1" noChangeArrowheads="1"/>
            <a:extLst>
              <a:ext uri="smNativeData">
                <pr:smNativeData xmlns:pr="smNativeData" xmlns="smNativeData" val="SMDATA_15_qV40aRMAAAAlAAAAZAAAAA0AAAAAAAAAAAAAAAAAAAAAAAAAAAAAAAAAAAAAAAAAAAEAAABQAAAAAAAAAAAA4D8AAAAAAADgPwAAAAAAAOA/AAAAAAAA4D8AAAAAAADgPwAAAAAAAOA/AAAAAAAA4D8AAAAAAADgPwAAAAAAAOA/AAAAAAAA4D8CAAAAjAAAAAAAAAAAAAAAGKMD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///8KAAAAACgAAAAoAAAAZAAAAGQAAAAAAAAAzMzMAAAAAABQAAAAUAAAAGQAAABkAAAAAAAAABcAAAAUAAAAAAAAAAAAAAD/fwAA/38AAAAAAAAJAAAABAAAAEQAZwAeAAAAaAAAAAAAAAAAAAAAAAAAAAAAAAAAAAAAECcAABAnAAAAAAAAAAAAAAAAAAAAAAAAAAAAAAAAAAAAAAAAAAAAABQAAAAAAAAAwMD/AAAAAABkAAAAMgAAAAAAAABkAAAAAAAAAH9/fwAKAAAAIgAAABgAAAAAAAAAAAAAAAAAAAAAAAAAAAAAAAAAAAAkAAAAJAAAAAAAAAAHAAAAAAAAAAAAAAAAAAAAAAAAAAAAAAAAAAAAf39/ACUAAABYAAAAAAAAAAAAAAAAAAAAAAAAAAAAAAAAAAAAAAAAAAAAAAAAAAAAAAAAAAAAAAA/AAAAAAAAAKCGAQAAAAAAAAAAAAAAAAAMAAAAAQAAAAAAAAAAAAAAAAAAAB8AAABUAAAAGKMDBf///wEAAAAAAAAAAAAAAAAAAAAAAAAAAAAAAAAAAAAAAAAAAAAAAAJ/f38A////A8zMzADAwP8Af39/AAAAAAAAAAAAAAAAAAAAAAAAAAAAIQAAABgAAAAUAAAATQkAAMUTAAC2NAAArhwAABAAAAAmAAAACAAAAD2QAAD/HwAA"/>
              </a:ext>
            </a:extLst>
          </p:cNvSpPr>
          <p:nvPr>
            <p:ph type="subTitle" idx="1"/>
          </p:nvPr>
        </p:nvSpPr>
        <p:spPr>
          <a:xfrm>
            <a:off x="1511935" y="3213735"/>
            <a:ext cx="7056755" cy="1448435"/>
          </a:xfrm>
          <a:noFill/>
          <a:ln>
            <a:noFill/>
          </a:ln>
        </p:spPr>
        <p:txBody>
          <a:bodyPr vert="horz" wrap="square" lIns="0" tIns="0" rIns="0" bIns="0" numCol="1" spcCol="215900" anchor="t">
            <a:prstTxWarp prst="textNoShape">
              <a:avLst/>
            </a:prstTxWarp>
          </a:bodyPr>
          <a:lstStyle/>
          <a:p>
            <a:pPr indent="0" algn="ctr">
              <a:buNone/>
            </a:p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Presentation">
      <a:majorFont>
        <a:latin typeface="Basic Sans"/>
        <a:ea typeface="Basic Roman"/>
        <a:cs typeface="Basic Roman"/>
      </a:majorFont>
      <a:minorFont>
        <a:latin typeface="Basic Sans"/>
        <a:ea typeface="Basic Roman"/>
        <a:cs typeface="Basic Roma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>
        <a:prstTxWarp prst="textNoShape">
          <a:avLst/>
        </a:prstTxWarp>
        <a:noAutofit/>
      </a:bodyPr>
      <a:lstStyle>
        <a:defPPr>
          <a:defRPr/>
        </a:defPPr>
      </a:lstStyle>
      <a:style>
        <a:lnRef idx="0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>
    <a:extraClrScheme>
      <a:clrScheme name="Presentation 1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2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esentation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18A303"/>
        </a:accent1>
        <a:accent2>
          <a:srgbClr val="0369A3"/>
        </a:accent2>
        <a:accent3>
          <a:srgbClr val="A33E03"/>
        </a:accent3>
        <a:accent4>
          <a:srgbClr val="8E03A3"/>
        </a:accent4>
        <a:accent5>
          <a:srgbClr val="C99C00"/>
        </a:accent5>
        <a:accent6>
          <a:srgbClr val="C9211E"/>
        </a:accent6>
        <a:hlink>
          <a:srgbClr val="0000EE"/>
        </a:hlink>
        <a:folHlink>
          <a:srgbClr val="551A8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chris</cp:lastModifiedBy>
  <cp:revision>0</cp:revision>
  <dcterms:created xsi:type="dcterms:W3CDTF">2013-01-27T10:14:16Z</dcterms:created>
  <dcterms:modified xsi:type="dcterms:W3CDTF">2025-12-06T15:49:45Z</dcterms:modified>
</cp:coreProperties>
</file>