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</p:sldIdLst>
  <p:sldSz cx="10080625" cy="5670550"/>
  <p:notesSz cx="7559675" cy="1069213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3243357" val="1228" rev64="64" revOS="3"/>
      <pr:smFileRevision xmlns:pr="smNativeData" xmlns="smNativeData" dt="1763243357" val="101"/>
      <pr:guideOptions xmlns:pr="smNativeData" xmlns="smNativeData" dt="1763243357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lastView="sldMasterView">
  <p:slideViewPr>
    <p:cSldViewPr snapToObjects="1" showGuides="1">
      <p:cViewPr varScale="1">
        <p:scale>
          <a:sx n="98" d="100"/>
          <a:sy n="98" d="100"/>
        </p:scale>
        <p:origin x="315" y="364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1" d="100"/>
        <a:sy n="21" d="100"/>
      </p:scale>
      <p:origin x="0" y="0"/>
    </p:cViewPr>
  </p:sorterViewPr>
  <p:notesViewPr>
    <p:cSldViewPr snapToObjects="1" showGuides="1">
      <p:cViewPr>
        <p:scale>
          <a:sx n="98" d="100"/>
          <a:sy n="98" d="100"/>
        </p:scale>
        <p:origin x="315" y="364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Default">
    <p:bg>
      <p:bgPr>
        <a:solidFill>
          <a:schemeClr val="accent1">
            <a:tint val="125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4"/>
          <p:cNvSpPr>
            <a:spLocks noGrp="1" noChangeArrowheads="1"/>
            <a:extLst>
              <a:ext uri="smNativeData">
                <pr:smNativeData xmlns:pr="smNativeData" xmlns="smNativeData" val="SMDATA_15_XfUY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diwAAMYfAADoOgAALSI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gb"/>
            </a:pPr>
            <a:fld id="{3943CE7F-31D4-1638-9AFB-C76D80B56C92}" type="slidenum">
              <a:t>{Nr.}</a:t>
            </a:fld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chemeClr val="accent1">
            <a:tint val="125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5"/>
          <p:cNvSpPr>
            <a:spLocks noGrp="1" noChangeArrowheads="1"/>
            <a:extLst>
              <a:ext uri="smNativeData">
                <pr:smNativeData xmlns:pr="smNativeData" xmlns="smNativeData" val="SMDATA_15_XfUY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diwAAMYfAADoOgAALSIAABAAAAAmAAAACAAAAL+fAAD/HwAA"/>
              </a:ext>
            </a:extLst>
          </p:cNvSpPr>
          <p:nvPr>
            <p:ph type="sldNum" idx="4"/>
          </p:nvPr>
        </p:nvSpPr>
        <p:spPr>
          <a:xfrm>
            <a:off x="7227570" y="5165090"/>
            <a:ext cx="2348230" cy="3905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indent="0" algn="r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>
              <a:buNone/>
              <a:defRPr lang="en-gb"/>
            </a:pPr>
            <a:fld id="{32002F54-1ADF-55D9-91B8-EC8C61F667B9}" type="slidenum">
              <a:t>{Nr.}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 txBox="1">
            <a:spLocks noGrp="1" noChangeArrowheads="1"/>
            <a:extLst>
              <a:ext uri="smNativeData">
                <pr:smNativeData xmlns:pr="smNativeData" xmlns="smNativeData" val="SMDATA_15_XfUYaRMAAAAlAAAAEg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pwQAANYKAABcOQAAUBIAABAAAAAmAAAACAAAAL2RAAD/HwAA"/>
              </a:ext>
            </a:extLst>
          </p:cNvSpPr>
          <p:nvPr>
            <p:ph type="title"/>
          </p:nvPr>
        </p:nvSpPr>
        <p:spPr>
          <a:xfrm>
            <a:off x="756285" y="1761490"/>
            <a:ext cx="8568055" cy="12153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</a:p>
        </p:txBody>
      </p:sp>
      <p:sp>
        <p:nvSpPr>
          <p:cNvPr id="3" name="PlaceHolder 2"/>
          <p:cNvSpPr txBox="1">
            <a:spLocks noGrp="1" noChangeArrowheads="1"/>
            <a:extLst>
              <a:ext uri="smNativeData">
                <pr:smNativeData xmlns:pr="smNativeData" xmlns="smNativeData" val="SMDATA_15_XfUYaRMAAAAlAAAAEg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TQkAAMUTAAC2NAAArhwAABAAAAAmAAAACAAAAD2RAAD/HwAA"/>
              </a:ext>
            </a:extLst>
          </p:cNvSpPr>
          <p:nvPr>
            <p:ph type="subTitle" idx="1"/>
          </p:nvPr>
        </p:nvSpPr>
        <p:spPr>
          <a:xfrm>
            <a:off x="1511935" y="3213735"/>
            <a:ext cx="7056755" cy="14484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 algn="ctr"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</cp:lastModifiedBy>
  <cp:revision>0</cp:revision>
  <dcterms:created xsi:type="dcterms:W3CDTF">2013-01-27T10:14:16Z</dcterms:created>
  <dcterms:modified xsi:type="dcterms:W3CDTF">2025-11-15T20:49:17Z</dcterms:modified>
</cp:coreProperties>
</file>