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Override1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</p:sldIdLst>
  <p:sldSz cx="10080625" cy="5670550"/>
  <p:notesSz cx="7559675" cy="1069213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8590895" val="1230" rev64="64" revOS="3"/>
      <pr:smFileRevision xmlns:pr="smNativeData" xmlns="smNativeData" dt="1768590895" val="101"/>
      <pr:guideOptions xmlns:pr="smNativeData" xmlns="smNativeData" dt="1768590895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lastView="sldMasterView">
  <p:slideViewPr>
    <p:cSldViewPr snapToObjects="1" showGuides="1">
      <p:cViewPr varScale="1">
        <p:scale>
          <a:sx n="98" d="100"/>
          <a:sy n="98" d="100"/>
        </p:scale>
        <p:origin x="315" y="364"/>
      </p:cViewPr>
      <p:guideLst x="0" y="0">
        <p:guide orient="horz" pos="1786"/>
        <p:guide pos="3175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1" d="100"/>
        <a:sy n="21" d="100"/>
      </p:scale>
      <p:origin x="0" y="0"/>
    </p:cViewPr>
  </p:sorterViewPr>
  <p:notesViewPr>
    <p:cSldViewPr snapToObjects="1" showGuides="1">
      <p:cViewPr>
        <p:scale>
          <a:sx n="98" d="100"/>
          <a:sy n="98" d="100"/>
        </p:scale>
        <p:origin x="315" y="364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AEAAAAFAAAsLQAAqR0AABAAAAAmAAAACAAAAL8fAAD/HwAA"/>
              </a:ext>
            </a:extLst>
          </p:cNvSpPr>
          <p:nvPr>
            <p:ph type="sldImg"/>
          </p:nvPr>
        </p:nvSpPr>
        <p:spPr>
          <a:xfrm>
            <a:off x="215900" y="812800"/>
            <a:ext cx="7127240" cy="40087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/>
            <a:r>
              <a:rPr lang="en-gb" cap="none">
                <a:solidFill>
                  <a:srgbClr val="000000"/>
                </a:solidFill>
              </a:rPr>
              <a:t>Click to move the slide</a:t>
            </a:r>
            <a:endParaRPr lang="en-gb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8fAAD/HwAA"/>
              </a:ext>
            </a:extLst>
          </p:cNvSpPr>
          <p:nvPr>
            <p:ph type="body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gb" sz="2000" cap="none">
                <a:solidFill>
                  <a:srgbClr val="000000"/>
                </a:solidFill>
                <a:latin typeface="Arial" pitchFamily="2" charset="0"/>
                <a:ea typeface="Basic Roman" pitchFamily="1" charset="0"/>
                <a:cs typeface="Basic Roman" pitchFamily="1" charset="0"/>
              </a:rPr>
              <a:t>Click to edit the notes' format</a:t>
            </a:r>
            <a:endParaRPr lang="en-gb" sz="2000" cap="none">
              <a:solidFill>
                <a:srgbClr val="000000"/>
              </a:solidFill>
              <a:latin typeface="Arial" pitchFamily="2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AuFAAASQMAABAAAAAmAAAACAAAAL8fAAD/HwAA"/>
              </a:ext>
            </a:extLst>
          </p:cNvSpPr>
          <p:nvPr>
            <p:ph type="hdr"/>
          </p:nvPr>
        </p:nvSpPr>
        <p:spPr>
          <a:xfrm>
            <a:off x="0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gb" sz="1400" cap="none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rPr>
              <a:t>&lt;header&gt;</a:t>
            </a:r>
            <a:endParaRPr lang="en-gb" sz="1400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AAAAACBLgAASQMAABAAAAAmAAAACAAAAL+fAAD/HwAA"/>
              </a:ext>
            </a:extLst>
          </p:cNvSpPr>
          <p:nvPr>
            <p:ph type="dt" idx="10"/>
          </p:nvPr>
        </p:nvSpPr>
        <p:spPr>
          <a:xfrm>
            <a:off x="4279265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indent="0" algn="r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>
              <a:buNone/>
              <a:defRPr lang="en-gb"/>
            </a:pPr>
            <a:r>
              <a:t>&lt;date/time&gt;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C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Hw+AAAuFAAAxUEAABAAAAAmAAAACAAAAL+fAAD/HwAA"/>
              </a:ext>
            </a:extLst>
          </p:cNvSpPr>
          <p:nvPr>
            <p:ph type="ftr" idx="11"/>
          </p:nvPr>
        </p:nvSpPr>
        <p:spPr>
          <a:xfrm>
            <a:off x="0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indent="0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gb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C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+f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indent="0" algn="r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>
              <a:buNone/>
              <a:defRPr lang="en-gb"/>
            </a:pPr>
            <a:fld id="{7BBDC64D-0396-E830-D805-F565884B2EA0}" type="slidenum">
              <a:t>&lt;number&gt;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1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AAAAAAAAAAABAAAAAmAAAACAAAAAEPAACAHwAA"/>
              </a:ext>
            </a:extLst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L45qaRMAAAAlAAAAZAAAAA0AAAAAkAAAAEgAAACQAAAAS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3JQAANzEAABAAAAAmAAAACAAAAL8fAAD/HwAA"/>
              </a:ext>
            </a:extLst>
          </p:cNvSpPr>
          <p:nvPr>
            <p:ph type="body"/>
          </p:nvPr>
        </p:nvSpPr>
        <p:spPr>
          <a:xfrm>
            <a:off x="685800" y="4400550"/>
            <a:ext cx="5485765" cy="35998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endParaRPr lang="en-gb" cap="none">
              <a:solidFill>
                <a:srgbClr val="000000"/>
              </a:solidFill>
              <a:latin typeface="Arial" pitchFamily="2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:pr="smNativeData" xmlns="smNativeData" val="SMDATA_15_L45qaRMAAAAlAAAAZAAAAA0AAAAAkAAAAEgAAACQAAAASAAAAAAAAAAC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tKgAAPzgAABAAAAAmAAAACAAAAL8fAAD/HwAA"/>
              </a:ext>
            </a:extLst>
          </p:cNvSpPr>
          <p:nvPr>
            <p:ph type="sldNum" idx="12"/>
          </p:nvPr>
        </p:nvSpPr>
        <p:spPr>
          <a:xfrm>
            <a:off x="3884930" y="8685530"/>
            <a:ext cx="2971165" cy="4578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 indent="0">
              <a:buNone/>
              <a:defRPr lang="en-gb"/>
            </a:pPr>
            <a:endParaRPr lang="en-gb" sz="1200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Default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cust">
  <p:cSld name="Custom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ext1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bgQAAG4EAACUOQAAyhwAABAAAAAmAAAACAAAAAGAAAAAAAAA"/>
              </a:ext>
            </a:extLst>
          </p:cNvSpPr>
          <p:nvPr>
            <p:ph idx="1"/>
          </p:nvPr>
        </p:nvSpPr>
        <p:spPr>
          <a:xfrm>
            <a:off x="720090" y="720090"/>
            <a:ext cx="8639810" cy="3959860"/>
          </a:xfrm>
        </p:spPr>
        <p:txBody>
          <a:bodyPr/>
          <a:lstStyle>
            <a:lvl1pPr>
              <a:defRPr cap="none">
                <a:latin typeface="Source Serif Pro" pitchFamily="1" charset="0"/>
                <a:ea typeface="Source Serif Pro" pitchFamily="1" charset="0"/>
                <a:cs typeface="Source Serif Pro" pitchFamily="1" charset="0"/>
              </a:defRPr>
            </a:lvl1pPr>
          </a:lstStyle>
          <a:p>
            <a:pPr/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cust">
  <p:cSld name="Custom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blipFill>
          <a:blip r:embed="rId1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GgMAANYHAADoOgAAqA0AABAAAAAmAAAACAAAAL8fAAD/HwAA"/>
              </a:ext>
            </a:extLst>
          </p:cNvSpPr>
          <p:nvPr>
            <p:ph type="title"/>
          </p:nvPr>
        </p:nvSpPr>
        <p:spPr>
          <a:xfrm>
            <a:off x="504190" y="1273810"/>
            <a:ext cx="9071610" cy="9461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>
              <a:defRPr lang="en-gb"/>
            </a:pPr>
            <a:r>
              <a:t>Click to edit the title text format</a:t>
            </a:r>
          </a:p>
        </p:txBody>
      </p:sp>
      <p:sp>
        <p:nvSpPr>
          <p:cNvPr id="3" name="PlaceHolder 3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GgMAAOQPAADoOgAA5h4AABAAAAAmAAAACAAAAL8fAAD/HwAA"/>
              </a:ext>
            </a:extLst>
          </p:cNvSpPr>
          <p:nvPr>
            <p:ph type="body"/>
          </p:nvPr>
        </p:nvSpPr>
        <p:spPr>
          <a:xfrm>
            <a:off x="504190" y="2583180"/>
            <a:ext cx="9071610" cy="24396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/>
            <a:r>
              <a:t>Click to edit the outline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  <p:hf hdr="0" ftr="0" dt="0"/>
  <p:txStyles>
    <p:titleStyle>
      <a:lvl1pPr marL="10795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gb" sz="4400" b="0" i="0" u="none" strike="noStrike" kern="1" cap="none" spc="0" baseline="0">
          <a:solidFill>
            <a:srgbClr val="000000"/>
          </a:solidFill>
          <a:effectLst/>
          <a:latin typeface="Source Serif Pro" pitchFamily="1" charset="0"/>
          <a:ea typeface="Source Serif Pro" pitchFamily="1" charset="0"/>
          <a:cs typeface="Source Serif Pro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titleStyle>
    <p:bodyStyle>
      <a:lvl1pPr marL="107950" marR="0" indent="0" algn="l" defTabSz="914400">
        <a:lnSpc>
          <a:spcPct val="100000"/>
        </a:lnSpc>
        <a:spcBef>
          <a:spcPts val="1415"/>
        </a:spcBef>
        <a:spcAft>
          <a:spcPts val="0"/>
        </a:spcAft>
        <a:buNone/>
        <a:tabLst/>
        <a:defRPr sz="3600" b="0" i="0" u="none" strike="noStrike" kern="1" cap="none" spc="0" baseline="0">
          <a:solidFill>
            <a:srgbClr val="000000"/>
          </a:solidFill>
          <a:effectLst/>
          <a:latin typeface="Source Serif Pro" pitchFamily="1" charset="0"/>
          <a:ea typeface="Source Serif Pro" pitchFamily="1" charset="0"/>
          <a:cs typeface="Source Serif Pro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pwQAANUKAABaOQAAThIAABAAAAAmAAAACAAAAL2QAAD/HwAA"/>
              </a:ext>
            </a:extLst>
          </p:cNvSpPr>
          <p:nvPr>
            <p:ph type="title"/>
          </p:nvPr>
        </p:nvSpPr>
        <p:spPr>
          <a:xfrm>
            <a:off x="756285" y="1760855"/>
            <a:ext cx="8566785" cy="121475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  <a:defRPr lang="en-gb"/>
            </a:p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L45q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TQkAAMQTAAC0NAAAqhwAABAAAAAmAAAACAAAAD2QAAD/HwAA"/>
              </a:ext>
            </a:extLst>
          </p:cNvSpPr>
          <p:nvPr>
            <p:ph type="subTitle" idx="1"/>
          </p:nvPr>
        </p:nvSpPr>
        <p:spPr>
          <a:xfrm>
            <a:off x="1511935" y="3213100"/>
            <a:ext cx="7055485" cy="1446530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 algn="ctr"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Presentation">
      <a:majorFont>
        <a:latin typeface="Source Serif Pro"/>
        <a:ea typeface="Source Serif Pro"/>
        <a:cs typeface="Source Serif Pro"/>
      </a:majorFont>
      <a:minorFont>
        <a:latin typeface="Source Serif Pro"/>
        <a:ea typeface="Source Serif Pro"/>
        <a:cs typeface="Source Serif Pr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Presentation">
      <a:majorFont>
        <a:latin typeface="Source Serif Pro"/>
        <a:ea typeface="Source Serif Pro"/>
        <a:cs typeface="Source Serif Pro"/>
      </a:majorFont>
      <a:minorFont>
        <a:latin typeface="Source Serif Pro"/>
        <a:ea typeface="Source Serif Pro"/>
        <a:cs typeface="Source Serif Pr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000000"/>
    </a:dk2>
    <a:lt2>
      <a:srgbClr val="FFFFFF"/>
    </a:lt2>
    <a:accent1>
      <a:srgbClr val="18A303"/>
    </a:accent1>
    <a:accent2>
      <a:srgbClr val="0369A3"/>
    </a:accent2>
    <a:accent3>
      <a:srgbClr val="A33E03"/>
    </a:accent3>
    <a:accent4>
      <a:srgbClr val="8E03A3"/>
    </a:accent4>
    <a:accent5>
      <a:srgbClr val="C99C00"/>
    </a:accent5>
    <a:accent6>
      <a:srgbClr val="C9211E"/>
    </a:accent6>
    <a:hlink>
      <a:srgbClr val="0000EE"/>
    </a:hlink>
    <a:folHlink>
      <a:srgbClr val="551A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</cp:lastModifiedBy>
  <cp:revision>0</cp:revision>
  <dcterms:created xsi:type="dcterms:W3CDTF">2013-01-27T12:14:16Z</dcterms:created>
  <dcterms:modified xsi:type="dcterms:W3CDTF">2026-01-16T18:14:55Z</dcterms:modified>
</cp:coreProperties>
</file>