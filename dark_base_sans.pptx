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fntdata" ContentType="application/x-fontdata"/>
  <Default Extension="bmp" ContentType="image/bmp"/>
  <Default Extension="jpeg" ContentType="image/jpeg"/>
  <Default Extension="png" ContentType="image/png"/>
  <Default Extension="gif" ContentType="image/gif"/>
  <Default Extension="tif" ContentType="image/tif"/>
  <Default Extension="emf" ContentType="image/x-emf"/>
  <Default Extension="wmf" ContentType="image/x-wmf"/>
  <Default Extension="pct" ContentType="image/pct"/>
  <Default Extension="pcx" ContentType="image/pcx"/>
  <Default Extension="tga" ContentType="image/tga"/>
  <Default Extension="svg" ContentType="image/svg+xml"/>
  <Default Extension="webp" ContentType="image/webp"/>
  <Default Extension="avi" ContentType="video/avi"/>
  <Default Extension="wmv" ContentType="video/wmv"/>
  <Default Extension="mpg" ContentType="video/mpeg"/>
  <Default Extension="mpeg" ContentType="video/mpeg"/>
  <Default Extension="mp2" ContentType="video/mpeg"/>
  <Default Extension="mp4" ContentType="video/mpeg"/>
  <Default Extension="wma" ContentType="audio/x-ms-wma"/>
  <Default Extension="mid" ContentType="audio/unknown"/>
  <Default Extension="midi" ContentType="audio/unknown"/>
  <Default Extension="rmi" ContentType="audio/unknown"/>
  <Default Extension="mp3" ContentType="audio/unknown"/>
  <Default Extension="wav" ContentType="audio/wav"/>
  <Default Extension="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Override1.xml" ContentType="application/vnd.openxmlformats-officedocument.themeOverride+xml"/>
</Types>
</file>

<file path=_rels/.rels><?xml version="1.0" encoding="UTF-8" standalone="yes" 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ldMasterIdLst>
    <p:sldMasterId id="2147483648" r:id="rId5"/>
  </p:sldMasterIdLst>
  <p:notesMasterIdLst>
    <p:notesMasterId r:id="rId6"/>
  </p:notesMasterIdLst>
  <p:sldIdLst>
    <p:sldId id="256" r:id="rId7"/>
  </p:sldIdLst>
  <p:sldSz cx="10080625" cy="5670550"/>
  <p:notesSz cx="7559675" cy="10692130"/>
  <p:defaultText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Basic Sans" pitchFamily="1" charset="0"/>
        <a:ea typeface="Basic Roman" pitchFamily="1" charset="0"/>
        <a:cs typeface="Basic Roman" pitchFamily="1" charset="0"/>
      </a:defRPr>
    </a:lvl1pPr>
    <a:lvl2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Basic Sans" pitchFamily="1" charset="0"/>
        <a:ea typeface="Basic Roman" pitchFamily="1" charset="0"/>
        <a:cs typeface="Basic Roman" pitchFamily="1" charset="0"/>
      </a:defRPr>
    </a:lvl2pPr>
    <a:lvl3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Basic Sans" pitchFamily="1" charset="0"/>
        <a:ea typeface="Basic Roman" pitchFamily="1" charset="0"/>
        <a:cs typeface="Basic Roman" pitchFamily="1" charset="0"/>
      </a:defRPr>
    </a:lvl3pPr>
    <a:lvl4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Basic Sans" pitchFamily="1" charset="0"/>
        <a:ea typeface="Basic Roman" pitchFamily="1" charset="0"/>
        <a:cs typeface="Basic Roman" pitchFamily="1" charset="0"/>
      </a:defRPr>
    </a:lvl4pPr>
    <a:lvl5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Basic Sans" pitchFamily="1" charset="0"/>
        <a:ea typeface="Basic Roman" pitchFamily="1" charset="0"/>
        <a:cs typeface="Basic Roman" pitchFamily="1" charset="0"/>
      </a:defRPr>
    </a:lvl5pPr>
    <a:lvl6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Basic Sans" pitchFamily="1" charset="0"/>
        <a:ea typeface="Basic Roman" pitchFamily="1" charset="0"/>
        <a:cs typeface="Basic Roman" pitchFamily="1" charset="0"/>
      </a:defRPr>
    </a:lvl6pPr>
    <a:lvl7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Basic Sans" pitchFamily="1" charset="0"/>
        <a:ea typeface="Basic Roman" pitchFamily="1" charset="0"/>
        <a:cs typeface="Basic Roman" pitchFamily="1" charset="0"/>
      </a:defRPr>
    </a:lvl7pPr>
    <a:lvl8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Basic Sans" pitchFamily="1" charset="0"/>
        <a:ea typeface="Basic Roman" pitchFamily="1" charset="0"/>
        <a:cs typeface="Basic Roman" pitchFamily="1" charset="0"/>
      </a:defRPr>
    </a:lvl8pPr>
    <a:lvl9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Basic Sans" pitchFamily="1" charset="0"/>
        <a:ea typeface="Basic Roman" pitchFamily="1" charset="0"/>
        <a:cs typeface="Basic Roman" pitchFamily="1" charset="0"/>
      </a:defRPr>
    </a:lvl9pPr>
  </p:defaultTextStyle>
</p:presentation>
</file>

<file path=ppt/presProps.xml><?xml version="1.0" encoding="utf-8"?>
<p:presentation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howPr showNarration="1">
    <p:penClr>
      <a:srgbClr val="0000FF"/>
    </p:penClr>
  </p:showPr>
  <p:extLst>
    <p:ext uri="smNativeData">
      <pr:smAppRevision xmlns:pr="smNativeData" xmlns="smNativeData" dt="1768593795" val="1230" rev64="64" revOS="3"/>
      <pr:smFileRevision xmlns:pr="smNativeData" xmlns="smNativeData" dt="1768593795" val="101"/>
      <pr:guideOptions xmlns:pr="smNativeData" xmlns="smNativeData" dt="1768593795" snapToGrid="1" snapToBorders="1" snapToGuides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lastView="sldMasterView">
  <p:slideViewPr>
    <p:cSldViewPr snapToObjects="1" showGuides="1">
      <p:cViewPr varScale="1">
        <p:scale>
          <a:sx n="98" d="100"/>
          <a:sy n="98" d="100"/>
        </p:scale>
        <p:origin x="315" y="364"/>
      </p:cViewPr>
      <p:guideLst x="0" y="0">
        <p:guide orient="horz" pos="1786"/>
        <p:guide pos="3175"/>
      </p:guideLst>
    </p:cSldViewPr>
  </p:slideViewPr>
  <p:outlineViewPr>
    <p:cViewPr>
      <p:scale>
        <a:sx n="33" d="100"/>
        <a:sy n="33" d="100"/>
      </p:scale>
      <p:origin x="0" y="0"/>
    </p:cViewPr>
  </p:outlineViewPr>
  <p:sorterViewPr>
    <p:cViewPr>
      <p:scale>
        <a:sx n="21" d="100"/>
        <a:sy n="21" d="100"/>
      </p:scale>
      <p:origin x="0" y="0"/>
    </p:cViewPr>
  </p:sorterViewPr>
  <p:notesViewPr>
    <p:cSldViewPr snapToObjects="1" showGuides="1">
      <p:cViewPr>
        <p:scale>
          <a:sx n="98" d="100"/>
          <a:sy n="98" d="100"/>
        </p:scale>
        <p:origin x="315" y="364"/>
      </p:cViewPr>
    </p:cSldViewPr>
  </p:notesViewPr>
  <p:gridSpacing cx="73477120" cy="73477120"/>
</p:viewPr>
</file>

<file path=ppt/_rels/presentation.xml.rels><?xml version="1.0" encoding="UTF-8" standalone="yes" 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tableStyles" Target="tableStyles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/Relationships>
</file>

<file path=ppt/notesMasters/_rels/notesMaster1.xml.rels><?xml version="1.0" encoding="UTF-8" standalone="yes" 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:pr="smNativeData" xmlns="smNativeData" val="SMDATA_15_g5lqaRMAAAAlAAAAZAAAAA0AAAAAAAAAAAAAAAAAAAAAAAAAAAAAAAAB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AEAAAAFAAAsLQAAqR0AABAAAAAmAAAACAAAAL8fAAD/HwAA"/>
              </a:ext>
            </a:extLst>
          </p:cNvSpPr>
          <p:nvPr>
            <p:ph type="sldImg"/>
          </p:nvPr>
        </p:nvSpPr>
        <p:spPr>
          <a:xfrm>
            <a:off x="215900" y="812800"/>
            <a:ext cx="7127240" cy="400875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/>
            <a:r>
              <a:rPr lang="en-gb" cap="none">
                <a:solidFill>
                  <a:srgbClr val="000000"/>
                </a:solidFill>
              </a:rPr>
              <a:t>Click to move the slide</a:t>
            </a:r>
            <a:endParaRPr lang="en-gb" cap="none">
              <a:solidFill>
                <a:srgbClr val="000000"/>
              </a:solidFill>
            </a:endParaRP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:pr="smNativeData" xmlns="smNativeData" val="SMDATA_15_g5lqaR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QAAD4fAADaKQAA1jwAABAAAAAmAAAACAAAAL8fAAD/HwAA"/>
              </a:ext>
            </a:extLst>
          </p:cNvSpPr>
          <p:nvPr>
            <p:ph type="body"/>
          </p:nvPr>
        </p:nvSpPr>
        <p:spPr>
          <a:xfrm>
            <a:off x="756285" y="5078730"/>
            <a:ext cx="6047105" cy="481076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>
              <a:buNone/>
            </a:pPr>
            <a:r>
              <a:rPr lang="en-gb" sz="2000" cap="none">
                <a:solidFill>
                  <a:srgbClr val="000000"/>
                </a:solidFill>
                <a:latin typeface="Arial" pitchFamily="2" charset="0"/>
                <a:ea typeface="Basic Roman" pitchFamily="1" charset="0"/>
                <a:cs typeface="Basic Roman" pitchFamily="1" charset="0"/>
              </a:rPr>
              <a:t>Click to edit the notes' format</a:t>
            </a:r>
            <a:endParaRPr lang="en-gb" sz="2000" cap="none">
              <a:solidFill>
                <a:srgbClr val="000000"/>
              </a:solidFill>
              <a:latin typeface="Arial" pitchFamily="2" charset="0"/>
              <a:ea typeface="Basic Roman" pitchFamily="1" charset="0"/>
              <a:cs typeface="Basic Roman" pitchFamily="1" charset="0"/>
            </a:endParaRP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:pr="smNativeData" xmlns="smNativeData" val="SMDATA_15_g5lqaR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AAAAAAAAAAAuFAAASQMAABAAAAAmAAAACAAAAL8fAAD/HwAA"/>
              </a:ext>
            </a:extLst>
          </p:cNvSpPr>
          <p:nvPr>
            <p:ph type="hdr"/>
          </p:nvPr>
        </p:nvSpPr>
        <p:spPr>
          <a:xfrm>
            <a:off x="0" y="0"/>
            <a:ext cx="3280410" cy="53403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>
              <a:buNone/>
            </a:pPr>
            <a:r>
              <a:rPr lang="en-gb" sz="1400" cap="none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rPr>
              <a:t>&lt;header&gt;</a:t>
            </a:r>
            <a:endParaRPr lang="en-gb" sz="1400" cap="none">
              <a:solidFill>
                <a:srgbClr val="000000"/>
              </a:solidFill>
              <a:latin typeface="Times New Roman" pitchFamily="1" charset="0"/>
              <a:ea typeface="Basic Roman" pitchFamily="1" charset="0"/>
              <a:cs typeface="Basic Roman" pitchFamily="1" charset="0"/>
            </a:endParaRPr>
          </a:p>
        </p:txBody>
      </p:sp>
      <p:sp>
        <p:nvSpPr>
          <p:cNvPr id="5" name="PlaceHolder 4"/>
          <p:cNvSpPr>
            <a:spLocks noGrp="1" noChangeArrowheads="1"/>
            <a:extLst>
              <a:ext uri="smNativeData">
                <pr:smNativeData xmlns:pr="smNativeData" xmlns="smNativeData" val="SMDATA_15_g5lqaR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xoAAAAAAACBLgAASQMAABAAAAAmAAAACAAAAL+fAAD/HwAA"/>
              </a:ext>
            </a:extLst>
          </p:cNvSpPr>
          <p:nvPr>
            <p:ph type="dt" idx="10"/>
          </p:nvPr>
        </p:nvSpPr>
        <p:spPr>
          <a:xfrm>
            <a:off x="4279265" y="0"/>
            <a:ext cx="3280410" cy="53403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indent="0" algn="r">
              <a:buNone/>
              <a:defRPr lang="en-gb" sz="1400" b="0" u="none" strike="noStrike" cap="none">
                <a:solidFill>
                  <a:srgbClr val="000000"/>
                </a:solidFill>
                <a:effectLst/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r">
              <a:buNone/>
              <a:defRPr lang="en-gb"/>
            </a:pPr>
            <a:r>
              <a:t>&lt;date/time&gt;</a:t>
            </a:r>
          </a:p>
        </p:txBody>
      </p:sp>
      <p:sp>
        <p:nvSpPr>
          <p:cNvPr id="6" name="PlaceHolder 5"/>
          <p:cNvSpPr>
            <a:spLocks noGrp="1" noChangeArrowheads="1"/>
            <a:extLst>
              <a:ext uri="smNativeData">
                <pr:smNativeData xmlns:pr="smNativeData" xmlns="smNativeData" val="SMDATA_15_g5lqaRMAAAAlAAAAZAAAAA0AAAAAAAAAAAAAAAAAAAAAAAAAAAAAAAAC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AAAAAHw+AAAuFAAAxUEAABAAAAAmAAAACAAAAL+fAAD/HwAA"/>
              </a:ext>
            </a:extLst>
          </p:cNvSpPr>
          <p:nvPr>
            <p:ph type="ftr" idx="11"/>
          </p:nvPr>
        </p:nvSpPr>
        <p:spPr>
          <a:xfrm>
            <a:off x="0" y="10157460"/>
            <a:ext cx="3280410" cy="53403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indent="0">
              <a:buNone/>
              <a:defRPr lang="en-gb" sz="1400" b="0" u="none" strike="noStrike" cap="none">
                <a:solidFill>
                  <a:srgbClr val="000000"/>
                </a:solidFill>
                <a:effectLst/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>
              <a:buNone/>
              <a:defRPr lang="en-gb"/>
            </a:pPr>
            <a:r>
              <a:t>&lt;footer&gt;</a:t>
            </a:r>
          </a:p>
        </p:txBody>
      </p:sp>
      <p:sp>
        <p:nvSpPr>
          <p:cNvPr id="7" name="PlaceHolder 6"/>
          <p:cNvSpPr>
            <a:spLocks noGrp="1" noChangeArrowheads="1"/>
            <a:extLst>
              <a:ext uri="smNativeData">
                <pr:smNativeData xmlns:pr="smNativeData" xmlns="smNativeData" val="SMDATA_15_g5lqaRMAAAAlAAAAZAAAAA0AAAAAAAAAAAAAAAAAAAAAAAAAAAAAAAAC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xoAAHw+AACBLgAAxUEAABAAAAAmAAAACAAAAL+fAAD/HwAA"/>
              </a:ext>
            </a:extLst>
          </p:cNvSpPr>
          <p:nvPr>
            <p:ph type="sldNum" idx="12"/>
          </p:nvPr>
        </p:nvSpPr>
        <p:spPr>
          <a:xfrm>
            <a:off x="4279265" y="10157460"/>
            <a:ext cx="3280410" cy="53403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indent="0" algn="r">
              <a:buNone/>
              <a:defRPr lang="en-gb" sz="1400" b="0" u="none" strike="noStrike" cap="none">
                <a:solidFill>
                  <a:srgbClr val="000000"/>
                </a:solidFill>
                <a:effectLst/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r">
              <a:buNone/>
              <a:defRPr lang="en-gb"/>
            </a:pPr>
            <a:fld id="{36CF1ABB-F5DB-9AEC-9577-03B954396356}" type="slidenum">
              <a:t>&lt;number&gt;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notesMaster>
</file>

<file path=ppt/notesSlides/_rels/notesSlide1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Relationship Id="rId3" Type="http://schemas.openxmlformats.org/officeDocument/2006/relationships/themeOverride" Target="../theme/themeOverride1.xml"/></Relationships>
</file>

<file path=ppt/notesSlides/notesSlide1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:pr="smNativeData" xmlns="smNativeData" val="SMDATA_15_g5lqaRMAAAAlAAAAZAAAAA0AAAAAAAAAAAAAAAAAAAAAAAAAAAAAAAABAAAAAAAAAAEAAABQAAAAAAAAAAAA4D8AAAAAAADgPwAAAAAAAOA/AAAAAAAA4D8AAAAAAADgPwAAAAAAAOA/AAAAAAAA4D8AAAAAAADgPwAAAAAAAOA/AAAAAAAA4D8CAAAAjAAAAAAAAAAAAAAAGKMDDH8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AAAAAAAAAAAAAAAAAAAAABAAAAAmAAAACAAAAAEPAACAHwAA"/>
              </a:ext>
            </a:extLst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>
            <a:noFill/>
          </a:ln>
        </p:spPr>
      </p:sp>
      <p:sp>
        <p:nvSpPr>
          <p:cNvPr id="3" name="PlaceHolder 2"/>
          <p:cNvSpPr>
            <a:spLocks noGrp="1" noChangeArrowheads="1"/>
            <a:extLst>
              <a:ext uri="smNativeData">
                <pr:smNativeData xmlns:pr="smNativeData" xmlns="smNativeData" val="SMDATA_15_g5lqaRMAAAAlAAAAZAAAAA0AAAAAkAAAAEgAAACQAAAASAAAAAAAAAABAAAAAAAAAAEAAABQAAAAAAAAAAAA4D8AAAAAAADgPwAAAAAAAOA/AAAAAAAA4D8AAAAAAADgPwAAAAAAAOA/AAAAAAAA4D8AAAAAAADgPwAAAAAAAOA/AAAAAAAA4D8CAAAAjAAAAAAAAAAAAAAAGKMDDH8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3JQAANzEAABAAAAAmAAAACAAAAL8fAAD/HwAA"/>
              </a:ext>
            </a:extLst>
          </p:cNvSpPr>
          <p:nvPr>
            <p:ph type="body"/>
          </p:nvPr>
        </p:nvSpPr>
        <p:spPr>
          <a:xfrm>
            <a:off x="685800" y="4400550"/>
            <a:ext cx="5485765" cy="359981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indent="0">
              <a:buNone/>
            </a:pPr>
            <a:endParaRPr lang="en-gb" cap="none">
              <a:solidFill>
                <a:srgbClr val="000000"/>
              </a:solidFill>
              <a:latin typeface="Arial" pitchFamily="2" charset="0"/>
              <a:ea typeface="Basic Roman" pitchFamily="1" charset="0"/>
              <a:cs typeface="Basic Roman" pitchFamily="1" charset="0"/>
            </a:endParaRP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:pr="smNativeData" xmlns="smNativeData" val="SMDATA_15_g5lqaRMAAAAlAAAAZAAAAA0AAAAAkAAAAEgAAACQAAAASAAAAAAAAAACAAAAAAAAAAEAAABQAAAAAAAAAAAA4D8AAAAAAADgPwAAAAAAAOA/AAAAAAAA4D8AAAAAAADgPwAAAAAAAOA/AAAAAAAA4D8AAAAAAADgPwAAAAAAAOA/AAAAAAAA4D8CAAAAjAAAAAAAAAAAAAAAGKMDDH8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tKgAAPzgAABAAAAAmAAAACAAAAL8fAAD/HwAA"/>
              </a:ext>
            </a:extLst>
          </p:cNvSpPr>
          <p:nvPr>
            <p:ph type="sldNum" idx="12"/>
          </p:nvPr>
        </p:nvSpPr>
        <p:spPr>
          <a:xfrm>
            <a:off x="3884930" y="8685530"/>
            <a:ext cx="2971165" cy="45783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/>
          <a:p>
            <a:pPr indent="0">
              <a:buNone/>
              <a:defRPr lang="en-gb"/>
            </a:pPr>
            <a:endParaRPr lang="en-gb" sz="1200"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slideLayouts/_rels/slideLayout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2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cust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ext1"/>
          <p:cNvSpPr>
            <a:spLocks noGrp="1" noChangeArrowheads="1"/>
            <a:extLst>
              <a:ext uri="smNativeData">
                <pr:smNativeData xmlns:pr="smNativeData" xmlns="smNativeData" val="SMDATA_15_g5lqaRMAAAAlAAAAZAAAAA0AAAAAAAAAAAAAAAAAAAAAAAAAAAAAAAAAAAAAAAAAAAEAAABQAAAAAAAAAAAA4D8AAAAAAADgPwAAAAAAAOA/AAAAAAAA4D8AAAAAAADgPwAAAAAAAOA/AAAAAAAA4D8AAAAAAADgPwAAAAAAAOA/AAAAAAAA4D8CAAAAjAAAAAAAAAAAAAAAGKMDDH8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X8AAAEAAAAAAAAAAAAAAAAAAAAAAAAAAAAAAAAAAAAAAAAAAP///wJ/f38A////A8zMzADAwP8Af39/AAAAAAAAAAAAAAAAAAAAAAAAAAAAIQAAABgAAAAUAAAAbgQAAG4EAACUOQAAyhwAABAAAAAmAAAACAAAAAGAAAAAAAAA"/>
              </a:ext>
            </a:extLst>
          </p:cNvSpPr>
          <p:nvPr>
            <p:ph idx="1"/>
          </p:nvPr>
        </p:nvSpPr>
        <p:spPr>
          <a:xfrm>
            <a:off x="720090" y="720090"/>
            <a:ext cx="8639810" cy="3959860"/>
          </a:xfrm>
        </p:spPr>
        <p:txBody>
          <a:bodyPr/>
          <a:lstStyle>
            <a:lvl1pPr>
              <a:defRPr cap="none">
                <a:latin typeface="Andika" pitchFamily="1" charset="0"/>
                <a:ea typeface="Andika" pitchFamily="1" charset="0"/>
                <a:cs typeface="Andika" pitchFamily="1" charset="0"/>
              </a:defRPr>
            </a:lvl1pPr>
          </a:lstStyle>
          <a:p>
            <a:pPr/>
            <a: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cust">
  <p:cSld name="Custom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cSld>
    <p:bg>
      <p:bgPr>
        <a:solidFill>
          <a:srgbClr val="7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2"/>
          <p:cNvSpPr>
            <a:spLocks noGrp="1" noChangeArrowheads="1"/>
            <a:extLst>
              <a:ext uri="smNativeData">
                <pr:smNativeData xmlns:pr="smNativeData" xmlns="smNativeData" val="SMDATA_15_g5lqaRMAAAAlAAAAZAAAAA0AAAAAAAAAAAAAAAAAAAAAAAAAAAAAAAABAAAAAAAAAAEAAABQAAAAAAAAAAAA4D8AAAAAAADgPwAAAAAAAOA/AAAAAAAA4D8AAAAAAADgPwAAAAAAAOA/AAAAAAAA4D8AAAAAAADgPwAAAAAAAOA/AAAAAAAA4D8CAAAAjAAAAAAAAAAAAAAAGKMDDH8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X8AAAEAAAAAAAAAAAAAAAAAAAAAAAAAAAAAAAAAAAAAAAAAAP///wJ/f38A////A8zMzADAwP8Af39/AAAAAAAAAAAAAAAAAAAAAAAAAAAAIQAAABgAAAAUAAAAGgMAANYHAADoOgAAqA0AABAAAAAmAAAACAAAAL8fAAD/HwAA"/>
              </a:ext>
            </a:extLst>
          </p:cNvSpPr>
          <p:nvPr>
            <p:ph type="title"/>
          </p:nvPr>
        </p:nvSpPr>
        <p:spPr>
          <a:xfrm>
            <a:off x="504190" y="1273810"/>
            <a:ext cx="9071610" cy="94615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>
              <a:defRPr lang="en-gb"/>
            </a:pPr>
            <a:r>
              <a:t>Click to edit the title text format</a:t>
            </a:r>
          </a:p>
        </p:txBody>
      </p:sp>
      <p:sp>
        <p:nvSpPr>
          <p:cNvPr id="3" name="PlaceHolder 3"/>
          <p:cNvSpPr>
            <a:spLocks noGrp="1" noChangeArrowheads="1"/>
            <a:extLst>
              <a:ext uri="smNativeData">
                <pr:smNativeData xmlns:pr="smNativeData" xmlns="smNativeData" val="SMDATA_15_g5lqaRMAAAAlAAAAZAAAAA0AAAAAAAAAAAAAAAAAAAAAAAAAAAAAAAAAAAAAAAAAAAEAAABQAAAAAAAAAAAA4D8AAAAAAADgPwAAAAAAAOA/AAAAAAAA4D8AAAAAAADgPwAAAAAAAOA/AAAAAAAA4D8AAAAAAADgPwAAAAAAAOA/AAAAAAAA4D8CAAAAjAAAAAAAAAAAAAAAGKMDDH8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X8AAAEAAAAAAAAAAAAAAAAAAAAAAAAAAAAAAAAAAAAAAAAAAP///wJ/f38A////A8zMzADAwP8Af39/AAAAAAAAAAAAAAAAAAAAAAAAAAAAIQAAABgAAAAUAAAAGgMAAOQPAADoOgAA5h4AABAAAAAmAAAACAAAAL8fAAD/HwAA"/>
              </a:ext>
            </a:extLst>
          </p:cNvSpPr>
          <p:nvPr>
            <p:ph type="body"/>
          </p:nvPr>
        </p:nvSpPr>
        <p:spPr>
          <a:xfrm>
            <a:off x="504190" y="2583180"/>
            <a:ext cx="9071610" cy="243967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/>
            <a:r>
              <a:t>Click to edit the outline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marL="10795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gb" sz="4400" b="0" i="0" u="none" strike="noStrike" kern="1" cap="none" spc="0" baseline="0">
          <a:solidFill>
            <a:srgbClr val="FFFFFF"/>
          </a:solidFill>
          <a:effectLst/>
          <a:latin typeface="Andika" pitchFamily="1" charset="0"/>
          <a:ea typeface="Andika" pitchFamily="1" charset="0"/>
          <a:cs typeface="Andika" pitchFamily="1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titleStyle>
    <p:bodyStyle>
      <a:lvl1pPr marL="107950" marR="0" indent="0" algn="l" defTabSz="914400">
        <a:lnSpc>
          <a:spcPct val="100000"/>
        </a:lnSpc>
        <a:spcBef>
          <a:spcPts val="1415"/>
        </a:spcBef>
        <a:spcAft>
          <a:spcPts val="0"/>
        </a:spcAft>
        <a:buNone/>
        <a:tabLst/>
        <a:defRPr sz="3600" b="0" i="0" u="none" strike="noStrike" kern="1" cap="none" spc="0" baseline="0">
          <a:solidFill>
            <a:schemeClr val="tx1"/>
          </a:solidFill>
          <a:effectLst/>
          <a:latin typeface="Andika" pitchFamily="1" charset="0"/>
          <a:ea typeface="Andika" pitchFamily="1" charset="0"/>
          <a:cs typeface="Andika" pitchFamily="1" charset="0"/>
        </a:defRPr>
      </a:lvl1pPr>
      <a:lvl2pPr marL="742950" marR="0" indent="-28575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1143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4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600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20574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5146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9718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429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886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bg>
      <p:bgPr>
        <a:solidFill>
          <a:srgbClr val="7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:pr="smNativeData" xmlns="smNativeData" val="SMDATA_15_g5lqaRMAAAAlAAAAZAAAAA0AAAAAAAAAAAAAAAAAAAAAAAAAAAAAAAABAAAAAAAAAAEAAABQAAAAAAAAAAAA4D8AAAAAAADgPwAAAAAAAOA/AAAAAAAA4D8AAAAAAADgPwAAAAAAAOA/AAAAAAAA4D8AAAAAAADgPwAAAAAAAOA/AAAAAAAA4D8CAAAAjAAAAAAAAAAAAAAAGKMDDH8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X8AAAEAAAAAAAAAAAAAAAAAAAAAAAAAAAAAAAAAAAAAAAAAAP///wJ/f38A////A8zMzADAwP8Af39/AAAAAAAAAAAAAAAAAAAAAAAAAAAAIQAAABgAAAAUAAAApwQAANUKAABaOQAAThIAABAAAAAmAAAACAAAAL2QAAD/HwAA"/>
              </a:ext>
            </a:extLst>
          </p:cNvSpPr>
          <p:nvPr>
            <p:ph type="title"/>
          </p:nvPr>
        </p:nvSpPr>
        <p:spPr>
          <a:xfrm>
            <a:off x="756285" y="1760855"/>
            <a:ext cx="8566785" cy="1214755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indent="0">
              <a:buNone/>
              <a:defRPr lang="en-gb"/>
            </a:pPr>
          </a:p>
        </p:txBody>
      </p:sp>
      <p:sp>
        <p:nvSpPr>
          <p:cNvPr id="3" name="PlaceHolder 2"/>
          <p:cNvSpPr txBox="1">
            <a:spLocks noGrp="1" noChangeArrowheads="1"/>
            <a:extLst>
              <a:ext uri="smNativeData">
                <pr:smNativeData xmlns:pr="smNativeData" xmlns="smNativeData" val="SMDATA_15_g5lqaRMAAAAlAAAAEgAAAA0AAAAAAAAAAAAAAAAAAAAAAAAAAAAAAAAAAAAAAAAAAAEAAABQAAAAAAAAAAAA4D8AAAAAAADgPwAAAAAAAOA/AAAAAAAA4D8AAAAAAADgPwAAAAAAAOA/AAAAAAAA4D8AAAAAAADgPwAAAAAAAOA/AAAAAAAA4D8CAAAAjAAAAAAAAAAAAAAAGKMDDH8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X8AAAEAAAAAAAAAAAAAAAAAAAAAAAAAAAAAAAAAAAAAAAAAAP///wJ/f38A////A8zMzADAwP8Af39/AAAAAAAAAAAAAAAAAAAAAAAAAAAAIQAAABgAAAAUAAAATQkAAMQTAAC0NAAAqhwAABAAAAAmAAAACAAAAD2RAAD/HwAA"/>
              </a:ext>
            </a:extLst>
          </p:cNvSpPr>
          <p:nvPr>
            <p:ph type="subTitle" idx="1"/>
          </p:nvPr>
        </p:nvSpPr>
        <p:spPr>
          <a:xfrm>
            <a:off x="1511935" y="3213100"/>
            <a:ext cx="7055485" cy="144653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 algn="ctr">
              <a:buNone/>
            </a:p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tion">
  <a:themeElements>
    <a:clrScheme name="Presentation 1">
      <a:dk1>
        <a:srgbClr val="FFFFFF"/>
      </a:dk1>
      <a:lt1>
        <a:srgbClr val="7F0000"/>
      </a:lt1>
      <a:dk2>
        <a:srgbClr val="FFFFFF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Presentation">
      <a:majorFont>
        <a:latin typeface="Andika"/>
        <a:ea typeface="Andika"/>
        <a:cs typeface="Andika"/>
      </a:majorFont>
      <a:minorFont>
        <a:latin typeface="Andika"/>
        <a:ea typeface="Andika"/>
        <a:cs typeface="Andik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FFFFFF"/>
        </a:dk1>
        <a:lt1>
          <a:srgbClr val="7F0000"/>
        </a:lt1>
        <a:dk2>
          <a:srgbClr val="FFFFFF"/>
        </a:dk2>
        <a:lt2>
          <a:srgbClr val="FFFFFF"/>
        </a:lt2>
        <a:accent1>
          <a:srgbClr val="18A303"/>
        </a:accent1>
        <a:accent2>
          <a:srgbClr val="0369A3"/>
        </a:accent2>
        <a:accent3>
          <a:srgbClr val="A33E03"/>
        </a:accent3>
        <a:accent4>
          <a:srgbClr val="8E03A3"/>
        </a:accent4>
        <a:accent5>
          <a:srgbClr val="C99C00"/>
        </a:accent5>
        <a:accent6>
          <a:srgbClr val="C9211E"/>
        </a:accent6>
        <a:hlink>
          <a:srgbClr val="0000EE"/>
        </a:hlink>
        <a:folHlink>
          <a:srgbClr val="551A8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FFFFFF"/>
        </a:dk1>
        <a:lt1>
          <a:srgbClr val="7F0000"/>
        </a:lt1>
        <a:dk2>
          <a:srgbClr val="FFFFFF"/>
        </a:dk2>
        <a:lt2>
          <a:srgbClr val="FFFFFF"/>
        </a:lt2>
        <a:accent1>
          <a:srgbClr val="18A303"/>
        </a:accent1>
        <a:accent2>
          <a:srgbClr val="0369A3"/>
        </a:accent2>
        <a:accent3>
          <a:srgbClr val="A33E03"/>
        </a:accent3>
        <a:accent4>
          <a:srgbClr val="8E03A3"/>
        </a:accent4>
        <a:accent5>
          <a:srgbClr val="C99C00"/>
        </a:accent5>
        <a:accent6>
          <a:srgbClr val="C9211E"/>
        </a:accent6>
        <a:hlink>
          <a:srgbClr val="0000EE"/>
        </a:hlink>
        <a:folHlink>
          <a:srgbClr val="551A8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Presentation">
      <a:majorFont>
        <a:latin typeface="Andika"/>
        <a:ea typeface="Andika"/>
        <a:cs typeface="Andika"/>
      </a:majorFont>
      <a:minorFont>
        <a:latin typeface="Andika"/>
        <a:ea typeface="Andika"/>
        <a:cs typeface="Andik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18A303"/>
        </a:accent1>
        <a:accent2>
          <a:srgbClr val="0369A3"/>
        </a:accent2>
        <a:accent3>
          <a:srgbClr val="A33E03"/>
        </a:accent3>
        <a:accent4>
          <a:srgbClr val="8E03A3"/>
        </a:accent4>
        <a:accent5>
          <a:srgbClr val="C99C00"/>
        </a:accent5>
        <a:accent6>
          <a:srgbClr val="C9211E"/>
        </a:accent6>
        <a:hlink>
          <a:srgbClr val="0000EE"/>
        </a:hlink>
        <a:folHlink>
          <a:srgbClr val="551A8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18A303"/>
        </a:accent1>
        <a:accent2>
          <a:srgbClr val="0369A3"/>
        </a:accent2>
        <a:accent3>
          <a:srgbClr val="A33E03"/>
        </a:accent3>
        <a:accent4>
          <a:srgbClr val="8E03A3"/>
        </a:accent4>
        <a:accent5>
          <a:srgbClr val="C99C00"/>
        </a:accent5>
        <a:accent6>
          <a:srgbClr val="C9211E"/>
        </a:accent6>
        <a:hlink>
          <a:srgbClr val="0000EE"/>
        </a:hlink>
        <a:folHlink>
          <a:srgbClr val="551A8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Override1.xml><?xml version="1.0" encoding="utf-8"?>
<a:themeOverride xmlns:a="http://schemas.openxmlformats.org/drawingml/2006/main">
  <a:clrScheme name="Presentation 1">
    <a:dk1>
      <a:srgbClr val="000000"/>
    </a:dk1>
    <a:lt1>
      <a:srgbClr val="FFFFFF"/>
    </a:lt1>
    <a:dk2>
      <a:srgbClr val="000000"/>
    </a:dk2>
    <a:lt2>
      <a:srgbClr val="FFFFFF"/>
    </a:lt2>
    <a:accent1>
      <a:srgbClr val="18A303"/>
    </a:accent1>
    <a:accent2>
      <a:srgbClr val="0369A3"/>
    </a:accent2>
    <a:accent3>
      <a:srgbClr val="A33E03"/>
    </a:accent3>
    <a:accent4>
      <a:srgbClr val="8E03A3"/>
    </a:accent4>
    <a:accent5>
      <a:srgbClr val="C99C00"/>
    </a:accent5>
    <a:accent6>
      <a:srgbClr val="C9211E"/>
    </a:accent6>
    <a:hlink>
      <a:srgbClr val="0000EE"/>
    </a:hlink>
    <a:folHlink>
      <a:srgbClr val="551A8B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chris</cp:lastModifiedBy>
  <cp:revision>0</cp:revision>
  <dcterms:created xsi:type="dcterms:W3CDTF">2013-01-27T12:14:16Z</dcterms:created>
  <dcterms:modified xsi:type="dcterms:W3CDTF">2026-01-16T19:03:15Z</dcterms:modified>
</cp:coreProperties>
</file>